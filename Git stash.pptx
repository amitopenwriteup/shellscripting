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F3D0C-4F6C-B0A7-7A6E-D6F41F3612A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767DDFC-CE1A-5CE6-3F1C-C869A662F7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73D7646-4685-728E-CE6A-F6FF78BAE177}"/>
              </a:ext>
            </a:extLst>
          </p:cNvPr>
          <p:cNvSpPr>
            <a:spLocks noGrp="1"/>
          </p:cNvSpPr>
          <p:nvPr>
            <p:ph type="dt" sz="half" idx="10"/>
          </p:nvPr>
        </p:nvSpPr>
        <p:spPr/>
        <p:txBody>
          <a:bodyPr/>
          <a:lstStyle/>
          <a:p>
            <a:fld id="{47B62D42-FA61-48D5-B7B4-6965E912910C}" type="datetimeFigureOut">
              <a:rPr lang="en-IN" smtClean="0"/>
              <a:t>03-02-2026</a:t>
            </a:fld>
            <a:endParaRPr lang="en-IN"/>
          </a:p>
        </p:txBody>
      </p:sp>
      <p:sp>
        <p:nvSpPr>
          <p:cNvPr id="5" name="Footer Placeholder 4">
            <a:extLst>
              <a:ext uri="{FF2B5EF4-FFF2-40B4-BE49-F238E27FC236}">
                <a16:creationId xmlns:a16="http://schemas.microsoft.com/office/drawing/2014/main" id="{C2422141-5A67-1FF5-AC1B-F59640853B5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E4FBEB-C2FF-DFA0-6C94-38286D0B08EA}"/>
              </a:ext>
            </a:extLst>
          </p:cNvPr>
          <p:cNvSpPr>
            <a:spLocks noGrp="1"/>
          </p:cNvSpPr>
          <p:nvPr>
            <p:ph type="sldNum" sz="quarter" idx="12"/>
          </p:nvPr>
        </p:nvSpPr>
        <p:spPr/>
        <p:txBody>
          <a:bodyPr/>
          <a:lstStyle/>
          <a:p>
            <a:fld id="{776EA365-AFFE-4474-98E0-514916D6354A}" type="slidenum">
              <a:rPr lang="en-IN" smtClean="0"/>
              <a:t>‹#›</a:t>
            </a:fld>
            <a:endParaRPr lang="en-IN"/>
          </a:p>
        </p:txBody>
      </p:sp>
    </p:spTree>
    <p:extLst>
      <p:ext uri="{BB962C8B-B14F-4D97-AF65-F5344CB8AC3E}">
        <p14:creationId xmlns:p14="http://schemas.microsoft.com/office/powerpoint/2010/main" val="12502892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7F7F8-D02D-5AAD-2118-F075AFF6FB5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656B77A-FCEF-6D61-D55A-B4B81B47A2B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DD9ABE6-ED5C-E4AF-D53C-D41D21483995}"/>
              </a:ext>
            </a:extLst>
          </p:cNvPr>
          <p:cNvSpPr>
            <a:spLocks noGrp="1"/>
          </p:cNvSpPr>
          <p:nvPr>
            <p:ph type="dt" sz="half" idx="10"/>
          </p:nvPr>
        </p:nvSpPr>
        <p:spPr/>
        <p:txBody>
          <a:bodyPr/>
          <a:lstStyle/>
          <a:p>
            <a:fld id="{47B62D42-FA61-48D5-B7B4-6965E912910C}" type="datetimeFigureOut">
              <a:rPr lang="en-IN" smtClean="0"/>
              <a:t>03-02-2026</a:t>
            </a:fld>
            <a:endParaRPr lang="en-IN"/>
          </a:p>
        </p:txBody>
      </p:sp>
      <p:sp>
        <p:nvSpPr>
          <p:cNvPr id="5" name="Footer Placeholder 4">
            <a:extLst>
              <a:ext uri="{FF2B5EF4-FFF2-40B4-BE49-F238E27FC236}">
                <a16:creationId xmlns:a16="http://schemas.microsoft.com/office/drawing/2014/main" id="{D471BB9C-3FD5-C961-FD9B-8444227B1F2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41347C-C828-ACD1-BD2B-56270F8F8B68}"/>
              </a:ext>
            </a:extLst>
          </p:cNvPr>
          <p:cNvSpPr>
            <a:spLocks noGrp="1"/>
          </p:cNvSpPr>
          <p:nvPr>
            <p:ph type="sldNum" sz="quarter" idx="12"/>
          </p:nvPr>
        </p:nvSpPr>
        <p:spPr/>
        <p:txBody>
          <a:bodyPr/>
          <a:lstStyle/>
          <a:p>
            <a:fld id="{776EA365-AFFE-4474-98E0-514916D6354A}" type="slidenum">
              <a:rPr lang="en-IN" smtClean="0"/>
              <a:t>‹#›</a:t>
            </a:fld>
            <a:endParaRPr lang="en-IN"/>
          </a:p>
        </p:txBody>
      </p:sp>
    </p:spTree>
    <p:extLst>
      <p:ext uri="{BB962C8B-B14F-4D97-AF65-F5344CB8AC3E}">
        <p14:creationId xmlns:p14="http://schemas.microsoft.com/office/powerpoint/2010/main" val="35057399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5931F-BEC1-B2DE-1292-586EE6AB907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A29BB84-88C6-CC69-8095-75B8FCF83E3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EF608C-8FE4-E951-C43E-3B2DA20E7CDD}"/>
              </a:ext>
            </a:extLst>
          </p:cNvPr>
          <p:cNvSpPr>
            <a:spLocks noGrp="1"/>
          </p:cNvSpPr>
          <p:nvPr>
            <p:ph type="dt" sz="half" idx="10"/>
          </p:nvPr>
        </p:nvSpPr>
        <p:spPr/>
        <p:txBody>
          <a:bodyPr/>
          <a:lstStyle/>
          <a:p>
            <a:fld id="{47B62D42-FA61-48D5-B7B4-6965E912910C}" type="datetimeFigureOut">
              <a:rPr lang="en-IN" smtClean="0"/>
              <a:t>03-02-2026</a:t>
            </a:fld>
            <a:endParaRPr lang="en-IN"/>
          </a:p>
        </p:txBody>
      </p:sp>
      <p:sp>
        <p:nvSpPr>
          <p:cNvPr id="5" name="Footer Placeholder 4">
            <a:extLst>
              <a:ext uri="{FF2B5EF4-FFF2-40B4-BE49-F238E27FC236}">
                <a16:creationId xmlns:a16="http://schemas.microsoft.com/office/drawing/2014/main" id="{050FE3E4-3E39-C033-9810-DB985D7F0B5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1A2CF8-2C34-394D-5B61-B1D894E922B4}"/>
              </a:ext>
            </a:extLst>
          </p:cNvPr>
          <p:cNvSpPr>
            <a:spLocks noGrp="1"/>
          </p:cNvSpPr>
          <p:nvPr>
            <p:ph type="sldNum" sz="quarter" idx="12"/>
          </p:nvPr>
        </p:nvSpPr>
        <p:spPr/>
        <p:txBody>
          <a:bodyPr/>
          <a:lstStyle/>
          <a:p>
            <a:fld id="{776EA365-AFFE-4474-98E0-514916D6354A}" type="slidenum">
              <a:rPr lang="en-IN" smtClean="0"/>
              <a:t>‹#›</a:t>
            </a:fld>
            <a:endParaRPr lang="en-IN"/>
          </a:p>
        </p:txBody>
      </p:sp>
    </p:spTree>
    <p:extLst>
      <p:ext uri="{BB962C8B-B14F-4D97-AF65-F5344CB8AC3E}">
        <p14:creationId xmlns:p14="http://schemas.microsoft.com/office/powerpoint/2010/main" val="6864528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54C10-9120-4D13-F12B-B9A6046798B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E0937AE-0520-669A-127C-EEE3C4AEAEF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DEEA726-FA9D-63CF-5FC7-DA0237EF869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C01C583-6462-0863-8492-F18B22DC3764}"/>
              </a:ext>
            </a:extLst>
          </p:cNvPr>
          <p:cNvSpPr>
            <a:spLocks noGrp="1"/>
          </p:cNvSpPr>
          <p:nvPr>
            <p:ph type="dt" sz="half" idx="10"/>
          </p:nvPr>
        </p:nvSpPr>
        <p:spPr/>
        <p:txBody>
          <a:bodyPr/>
          <a:lstStyle/>
          <a:p>
            <a:fld id="{47B62D42-FA61-48D5-B7B4-6965E912910C}" type="datetimeFigureOut">
              <a:rPr lang="en-IN" smtClean="0"/>
              <a:t>03-02-2026</a:t>
            </a:fld>
            <a:endParaRPr lang="en-IN"/>
          </a:p>
        </p:txBody>
      </p:sp>
      <p:sp>
        <p:nvSpPr>
          <p:cNvPr id="6" name="Footer Placeholder 5">
            <a:extLst>
              <a:ext uri="{FF2B5EF4-FFF2-40B4-BE49-F238E27FC236}">
                <a16:creationId xmlns:a16="http://schemas.microsoft.com/office/drawing/2014/main" id="{C6006169-B706-1CEA-3E22-CF71E3C3FB3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E2CBFE3-51FB-FA57-C5EC-15AF519FB83A}"/>
              </a:ext>
            </a:extLst>
          </p:cNvPr>
          <p:cNvSpPr>
            <a:spLocks noGrp="1"/>
          </p:cNvSpPr>
          <p:nvPr>
            <p:ph type="sldNum" sz="quarter" idx="12"/>
          </p:nvPr>
        </p:nvSpPr>
        <p:spPr/>
        <p:txBody>
          <a:bodyPr/>
          <a:lstStyle/>
          <a:p>
            <a:fld id="{776EA365-AFFE-4474-98E0-514916D6354A}" type="slidenum">
              <a:rPr lang="en-IN" smtClean="0"/>
              <a:t>‹#›</a:t>
            </a:fld>
            <a:endParaRPr lang="en-IN"/>
          </a:p>
        </p:txBody>
      </p:sp>
    </p:spTree>
    <p:extLst>
      <p:ext uri="{BB962C8B-B14F-4D97-AF65-F5344CB8AC3E}">
        <p14:creationId xmlns:p14="http://schemas.microsoft.com/office/powerpoint/2010/main" val="1562412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E5BB-A20E-6A24-59A9-51BA007E362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A6459E5-E7C1-E8CB-0A50-1B95FC7859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196499E-8F8B-CFCF-1D40-6F8B8FCF7F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212190C-A2AF-0B44-6A5C-824A0523E6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5CBF462-4596-A8A9-25C2-AD4ADDD9741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AB5A940-A825-93C1-E22E-882D81D046B6}"/>
              </a:ext>
            </a:extLst>
          </p:cNvPr>
          <p:cNvSpPr>
            <a:spLocks noGrp="1"/>
          </p:cNvSpPr>
          <p:nvPr>
            <p:ph type="dt" sz="half" idx="10"/>
          </p:nvPr>
        </p:nvSpPr>
        <p:spPr/>
        <p:txBody>
          <a:bodyPr/>
          <a:lstStyle/>
          <a:p>
            <a:fld id="{47B62D42-FA61-48D5-B7B4-6965E912910C}" type="datetimeFigureOut">
              <a:rPr lang="en-IN" smtClean="0"/>
              <a:t>03-02-2026</a:t>
            </a:fld>
            <a:endParaRPr lang="en-IN"/>
          </a:p>
        </p:txBody>
      </p:sp>
      <p:sp>
        <p:nvSpPr>
          <p:cNvPr id="8" name="Footer Placeholder 7">
            <a:extLst>
              <a:ext uri="{FF2B5EF4-FFF2-40B4-BE49-F238E27FC236}">
                <a16:creationId xmlns:a16="http://schemas.microsoft.com/office/drawing/2014/main" id="{B65327E2-476B-386E-59A5-31C0FF73B2C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D6ABBCE-2782-CB3A-FA46-27429BC835B8}"/>
              </a:ext>
            </a:extLst>
          </p:cNvPr>
          <p:cNvSpPr>
            <a:spLocks noGrp="1"/>
          </p:cNvSpPr>
          <p:nvPr>
            <p:ph type="sldNum" sz="quarter" idx="12"/>
          </p:nvPr>
        </p:nvSpPr>
        <p:spPr/>
        <p:txBody>
          <a:bodyPr/>
          <a:lstStyle/>
          <a:p>
            <a:fld id="{776EA365-AFFE-4474-98E0-514916D6354A}" type="slidenum">
              <a:rPr lang="en-IN" smtClean="0"/>
              <a:t>‹#›</a:t>
            </a:fld>
            <a:endParaRPr lang="en-IN"/>
          </a:p>
        </p:txBody>
      </p:sp>
    </p:spTree>
    <p:extLst>
      <p:ext uri="{BB962C8B-B14F-4D97-AF65-F5344CB8AC3E}">
        <p14:creationId xmlns:p14="http://schemas.microsoft.com/office/powerpoint/2010/main" val="5774259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CDB61-0121-9B55-1BB9-01E1CCC160F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F954259-EF33-244A-72C9-BFE528EBC570}"/>
              </a:ext>
            </a:extLst>
          </p:cNvPr>
          <p:cNvSpPr>
            <a:spLocks noGrp="1"/>
          </p:cNvSpPr>
          <p:nvPr>
            <p:ph type="dt" sz="half" idx="10"/>
          </p:nvPr>
        </p:nvSpPr>
        <p:spPr/>
        <p:txBody>
          <a:bodyPr/>
          <a:lstStyle/>
          <a:p>
            <a:fld id="{47B62D42-FA61-48D5-B7B4-6965E912910C}" type="datetimeFigureOut">
              <a:rPr lang="en-IN" smtClean="0"/>
              <a:t>03-02-2026</a:t>
            </a:fld>
            <a:endParaRPr lang="en-IN"/>
          </a:p>
        </p:txBody>
      </p:sp>
      <p:sp>
        <p:nvSpPr>
          <p:cNvPr id="4" name="Footer Placeholder 3">
            <a:extLst>
              <a:ext uri="{FF2B5EF4-FFF2-40B4-BE49-F238E27FC236}">
                <a16:creationId xmlns:a16="http://schemas.microsoft.com/office/drawing/2014/main" id="{BAE0919C-F818-25C5-0E90-0785CE68518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54319DF-5F43-825C-B7BF-178F82C118FD}"/>
              </a:ext>
            </a:extLst>
          </p:cNvPr>
          <p:cNvSpPr>
            <a:spLocks noGrp="1"/>
          </p:cNvSpPr>
          <p:nvPr>
            <p:ph type="sldNum" sz="quarter" idx="12"/>
          </p:nvPr>
        </p:nvSpPr>
        <p:spPr/>
        <p:txBody>
          <a:bodyPr/>
          <a:lstStyle/>
          <a:p>
            <a:fld id="{776EA365-AFFE-4474-98E0-514916D6354A}" type="slidenum">
              <a:rPr lang="en-IN" smtClean="0"/>
              <a:t>‹#›</a:t>
            </a:fld>
            <a:endParaRPr lang="en-IN"/>
          </a:p>
        </p:txBody>
      </p:sp>
    </p:spTree>
    <p:extLst>
      <p:ext uri="{BB962C8B-B14F-4D97-AF65-F5344CB8AC3E}">
        <p14:creationId xmlns:p14="http://schemas.microsoft.com/office/powerpoint/2010/main" val="33978746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16C7A5-4A61-3561-85F3-3AA4CAE4AF88}"/>
              </a:ext>
            </a:extLst>
          </p:cNvPr>
          <p:cNvSpPr>
            <a:spLocks noGrp="1"/>
          </p:cNvSpPr>
          <p:nvPr>
            <p:ph type="dt" sz="half" idx="10"/>
          </p:nvPr>
        </p:nvSpPr>
        <p:spPr/>
        <p:txBody>
          <a:bodyPr/>
          <a:lstStyle/>
          <a:p>
            <a:fld id="{47B62D42-FA61-48D5-B7B4-6965E912910C}" type="datetimeFigureOut">
              <a:rPr lang="en-IN" smtClean="0"/>
              <a:t>03-02-2026</a:t>
            </a:fld>
            <a:endParaRPr lang="en-IN"/>
          </a:p>
        </p:txBody>
      </p:sp>
      <p:sp>
        <p:nvSpPr>
          <p:cNvPr id="3" name="Footer Placeholder 2">
            <a:extLst>
              <a:ext uri="{FF2B5EF4-FFF2-40B4-BE49-F238E27FC236}">
                <a16:creationId xmlns:a16="http://schemas.microsoft.com/office/drawing/2014/main" id="{36321560-871A-A9D9-CA6A-147D837AEE5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D04D2F0-2F56-6BD1-7562-8DBC9E05F6CF}"/>
              </a:ext>
            </a:extLst>
          </p:cNvPr>
          <p:cNvSpPr>
            <a:spLocks noGrp="1"/>
          </p:cNvSpPr>
          <p:nvPr>
            <p:ph type="sldNum" sz="quarter" idx="12"/>
          </p:nvPr>
        </p:nvSpPr>
        <p:spPr/>
        <p:txBody>
          <a:bodyPr/>
          <a:lstStyle/>
          <a:p>
            <a:fld id="{776EA365-AFFE-4474-98E0-514916D6354A}" type="slidenum">
              <a:rPr lang="en-IN" smtClean="0"/>
              <a:t>‹#›</a:t>
            </a:fld>
            <a:endParaRPr lang="en-IN"/>
          </a:p>
        </p:txBody>
      </p:sp>
    </p:spTree>
    <p:extLst>
      <p:ext uri="{BB962C8B-B14F-4D97-AF65-F5344CB8AC3E}">
        <p14:creationId xmlns:p14="http://schemas.microsoft.com/office/powerpoint/2010/main" val="36672308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5B849-2D80-AAF7-BD01-70F243D42C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DE2D14D-D422-D105-7261-A1C83902DE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1CFCB66-FCD0-8AC3-6193-084F971811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5B4646-4DA2-1ACE-E75C-68D72FEB9CF6}"/>
              </a:ext>
            </a:extLst>
          </p:cNvPr>
          <p:cNvSpPr>
            <a:spLocks noGrp="1"/>
          </p:cNvSpPr>
          <p:nvPr>
            <p:ph type="dt" sz="half" idx="10"/>
          </p:nvPr>
        </p:nvSpPr>
        <p:spPr/>
        <p:txBody>
          <a:bodyPr/>
          <a:lstStyle/>
          <a:p>
            <a:fld id="{47B62D42-FA61-48D5-B7B4-6965E912910C}" type="datetimeFigureOut">
              <a:rPr lang="en-IN" smtClean="0"/>
              <a:t>03-02-2026</a:t>
            </a:fld>
            <a:endParaRPr lang="en-IN"/>
          </a:p>
        </p:txBody>
      </p:sp>
      <p:sp>
        <p:nvSpPr>
          <p:cNvPr id="6" name="Footer Placeholder 5">
            <a:extLst>
              <a:ext uri="{FF2B5EF4-FFF2-40B4-BE49-F238E27FC236}">
                <a16:creationId xmlns:a16="http://schemas.microsoft.com/office/drawing/2014/main" id="{D00BF0F6-4988-ED71-DC8E-FF3C55306BF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C6C9031-87E5-AE44-A638-4F6EE4C33DC4}"/>
              </a:ext>
            </a:extLst>
          </p:cNvPr>
          <p:cNvSpPr>
            <a:spLocks noGrp="1"/>
          </p:cNvSpPr>
          <p:nvPr>
            <p:ph type="sldNum" sz="quarter" idx="12"/>
          </p:nvPr>
        </p:nvSpPr>
        <p:spPr/>
        <p:txBody>
          <a:bodyPr/>
          <a:lstStyle/>
          <a:p>
            <a:fld id="{776EA365-AFFE-4474-98E0-514916D6354A}" type="slidenum">
              <a:rPr lang="en-IN" smtClean="0"/>
              <a:t>‹#›</a:t>
            </a:fld>
            <a:endParaRPr lang="en-IN"/>
          </a:p>
        </p:txBody>
      </p:sp>
    </p:spTree>
    <p:extLst>
      <p:ext uri="{BB962C8B-B14F-4D97-AF65-F5344CB8AC3E}">
        <p14:creationId xmlns:p14="http://schemas.microsoft.com/office/powerpoint/2010/main" val="33316586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1194A-47ED-B14B-26E6-958DDDCB4D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49261BC-FFD3-1C03-0811-709C3D6D8F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9BE91DB-34B0-2242-F183-E5A2F13CFE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444C22-092C-46B3-997E-06C5CB16C765}"/>
              </a:ext>
            </a:extLst>
          </p:cNvPr>
          <p:cNvSpPr>
            <a:spLocks noGrp="1"/>
          </p:cNvSpPr>
          <p:nvPr>
            <p:ph type="dt" sz="half" idx="10"/>
          </p:nvPr>
        </p:nvSpPr>
        <p:spPr/>
        <p:txBody>
          <a:bodyPr/>
          <a:lstStyle/>
          <a:p>
            <a:fld id="{47B62D42-FA61-48D5-B7B4-6965E912910C}" type="datetimeFigureOut">
              <a:rPr lang="en-IN" smtClean="0"/>
              <a:t>03-02-2026</a:t>
            </a:fld>
            <a:endParaRPr lang="en-IN"/>
          </a:p>
        </p:txBody>
      </p:sp>
      <p:sp>
        <p:nvSpPr>
          <p:cNvPr id="6" name="Footer Placeholder 5">
            <a:extLst>
              <a:ext uri="{FF2B5EF4-FFF2-40B4-BE49-F238E27FC236}">
                <a16:creationId xmlns:a16="http://schemas.microsoft.com/office/drawing/2014/main" id="{96A466D0-AF36-2550-A0C1-0AD1AFE640C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C93ECE7-2571-8DB3-EF0F-9A9A1D971891}"/>
              </a:ext>
            </a:extLst>
          </p:cNvPr>
          <p:cNvSpPr>
            <a:spLocks noGrp="1"/>
          </p:cNvSpPr>
          <p:nvPr>
            <p:ph type="sldNum" sz="quarter" idx="12"/>
          </p:nvPr>
        </p:nvSpPr>
        <p:spPr/>
        <p:txBody>
          <a:bodyPr/>
          <a:lstStyle/>
          <a:p>
            <a:fld id="{776EA365-AFFE-4474-98E0-514916D6354A}" type="slidenum">
              <a:rPr lang="en-IN" smtClean="0"/>
              <a:t>‹#›</a:t>
            </a:fld>
            <a:endParaRPr lang="en-IN"/>
          </a:p>
        </p:txBody>
      </p:sp>
    </p:spTree>
    <p:extLst>
      <p:ext uri="{BB962C8B-B14F-4D97-AF65-F5344CB8AC3E}">
        <p14:creationId xmlns:p14="http://schemas.microsoft.com/office/powerpoint/2010/main" val="42052139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25EE2-06A9-F351-A05B-095528FB800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738A6B8-6B8A-F696-5AD5-B5EA06B292F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DE1F371-FD17-B2D0-728D-897A646CD791}"/>
              </a:ext>
            </a:extLst>
          </p:cNvPr>
          <p:cNvSpPr>
            <a:spLocks noGrp="1"/>
          </p:cNvSpPr>
          <p:nvPr>
            <p:ph type="dt" sz="half" idx="10"/>
          </p:nvPr>
        </p:nvSpPr>
        <p:spPr/>
        <p:txBody>
          <a:bodyPr/>
          <a:lstStyle/>
          <a:p>
            <a:fld id="{47B62D42-FA61-48D5-B7B4-6965E912910C}" type="datetimeFigureOut">
              <a:rPr lang="en-IN" smtClean="0"/>
              <a:t>03-02-2026</a:t>
            </a:fld>
            <a:endParaRPr lang="en-IN"/>
          </a:p>
        </p:txBody>
      </p:sp>
      <p:sp>
        <p:nvSpPr>
          <p:cNvPr id="5" name="Footer Placeholder 4">
            <a:extLst>
              <a:ext uri="{FF2B5EF4-FFF2-40B4-BE49-F238E27FC236}">
                <a16:creationId xmlns:a16="http://schemas.microsoft.com/office/drawing/2014/main" id="{52511424-B8E5-AA5B-B547-D8BCEE055E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7819E9C-4505-317B-53D7-11B8C5FD419E}"/>
              </a:ext>
            </a:extLst>
          </p:cNvPr>
          <p:cNvSpPr>
            <a:spLocks noGrp="1"/>
          </p:cNvSpPr>
          <p:nvPr>
            <p:ph type="sldNum" sz="quarter" idx="12"/>
          </p:nvPr>
        </p:nvSpPr>
        <p:spPr/>
        <p:txBody>
          <a:bodyPr/>
          <a:lstStyle/>
          <a:p>
            <a:fld id="{776EA365-AFFE-4474-98E0-514916D6354A}" type="slidenum">
              <a:rPr lang="en-IN" smtClean="0"/>
              <a:t>‹#›</a:t>
            </a:fld>
            <a:endParaRPr lang="en-IN"/>
          </a:p>
        </p:txBody>
      </p:sp>
    </p:spTree>
    <p:extLst>
      <p:ext uri="{BB962C8B-B14F-4D97-AF65-F5344CB8AC3E}">
        <p14:creationId xmlns:p14="http://schemas.microsoft.com/office/powerpoint/2010/main" val="25540641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583CC4F-0195-0711-177A-7D6FE971615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DEB0BD5-0EC3-DF18-9F4B-034726F2FC1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AD8C5A2-F2EA-E9E9-214E-89417ED58DB4}"/>
              </a:ext>
            </a:extLst>
          </p:cNvPr>
          <p:cNvSpPr>
            <a:spLocks noGrp="1"/>
          </p:cNvSpPr>
          <p:nvPr>
            <p:ph type="dt" sz="half" idx="10"/>
          </p:nvPr>
        </p:nvSpPr>
        <p:spPr/>
        <p:txBody>
          <a:bodyPr/>
          <a:lstStyle/>
          <a:p>
            <a:fld id="{47B62D42-FA61-48D5-B7B4-6965E912910C}" type="datetimeFigureOut">
              <a:rPr lang="en-IN" smtClean="0"/>
              <a:t>03-02-2026</a:t>
            </a:fld>
            <a:endParaRPr lang="en-IN"/>
          </a:p>
        </p:txBody>
      </p:sp>
      <p:sp>
        <p:nvSpPr>
          <p:cNvPr id="5" name="Footer Placeholder 4">
            <a:extLst>
              <a:ext uri="{FF2B5EF4-FFF2-40B4-BE49-F238E27FC236}">
                <a16:creationId xmlns:a16="http://schemas.microsoft.com/office/drawing/2014/main" id="{DA011225-FDB4-9B94-9B02-2D83B05ECB2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7B49E11-231E-EF60-E872-4A4FC5CA2937}"/>
              </a:ext>
            </a:extLst>
          </p:cNvPr>
          <p:cNvSpPr>
            <a:spLocks noGrp="1"/>
          </p:cNvSpPr>
          <p:nvPr>
            <p:ph type="sldNum" sz="quarter" idx="12"/>
          </p:nvPr>
        </p:nvSpPr>
        <p:spPr/>
        <p:txBody>
          <a:bodyPr/>
          <a:lstStyle/>
          <a:p>
            <a:fld id="{776EA365-AFFE-4474-98E0-514916D6354A}" type="slidenum">
              <a:rPr lang="en-IN" smtClean="0"/>
              <a:t>‹#›</a:t>
            </a:fld>
            <a:endParaRPr lang="en-IN"/>
          </a:p>
        </p:txBody>
      </p:sp>
    </p:spTree>
    <p:extLst>
      <p:ext uri="{BB962C8B-B14F-4D97-AF65-F5344CB8AC3E}">
        <p14:creationId xmlns:p14="http://schemas.microsoft.com/office/powerpoint/2010/main" val="23010631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6C3A189-3698-45FD-84BE-026006BD06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2B64F10-5CFB-D25D-8248-976662E027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3008A59-9E6E-39E3-F49D-2B24906EE46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B62D42-FA61-48D5-B7B4-6965E912910C}" type="datetimeFigureOut">
              <a:rPr lang="en-IN" smtClean="0"/>
              <a:t>03-02-2026</a:t>
            </a:fld>
            <a:endParaRPr lang="en-IN"/>
          </a:p>
        </p:txBody>
      </p:sp>
      <p:sp>
        <p:nvSpPr>
          <p:cNvPr id="5" name="Footer Placeholder 4">
            <a:extLst>
              <a:ext uri="{FF2B5EF4-FFF2-40B4-BE49-F238E27FC236}">
                <a16:creationId xmlns:a16="http://schemas.microsoft.com/office/drawing/2014/main" id="{0F087B15-0A09-6B15-994D-52509042D24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F0F61E3-AAD5-04EE-667B-3B541F75C1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76EA365-AFFE-4474-98E0-514916D6354A}" type="slidenum">
              <a:rPr lang="en-IN" smtClean="0"/>
              <a:t>‹#›</a:t>
            </a:fld>
            <a:endParaRPr lang="en-IN"/>
          </a:p>
        </p:txBody>
      </p:sp>
    </p:spTree>
    <p:extLst>
      <p:ext uri="{BB962C8B-B14F-4D97-AF65-F5344CB8AC3E}">
        <p14:creationId xmlns:p14="http://schemas.microsoft.com/office/powerpoint/2010/main" val="34285083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49459-381B-8F44-0C40-F1B06FA63ABB}"/>
              </a:ext>
            </a:extLst>
          </p:cNvPr>
          <p:cNvSpPr>
            <a:spLocks noGrp="1"/>
          </p:cNvSpPr>
          <p:nvPr>
            <p:ph type="ctrTitle"/>
          </p:nvPr>
        </p:nvSpPr>
        <p:spPr/>
        <p:txBody>
          <a:bodyPr/>
          <a:lstStyle/>
          <a:p>
            <a:r>
              <a:rPr lang="en-IN" dirty="0"/>
              <a:t>Git stash</a:t>
            </a:r>
          </a:p>
        </p:txBody>
      </p:sp>
      <p:sp>
        <p:nvSpPr>
          <p:cNvPr id="3" name="Subtitle 2">
            <a:extLst>
              <a:ext uri="{FF2B5EF4-FFF2-40B4-BE49-F238E27FC236}">
                <a16:creationId xmlns:a16="http://schemas.microsoft.com/office/drawing/2014/main" id="{22D776C7-3D9A-61E4-0514-599A5CAF3BAB}"/>
              </a:ext>
            </a:extLst>
          </p:cNvPr>
          <p:cNvSpPr>
            <a:spLocks noGrp="1"/>
          </p:cNvSpPr>
          <p:nvPr>
            <p:ph type="subTitle" idx="1"/>
          </p:nvPr>
        </p:nvSpPr>
        <p:spPr/>
        <p:txBody>
          <a:bodyPr/>
          <a:lstStyle/>
          <a:p>
            <a:r>
              <a:rPr lang="en-IN" dirty="0"/>
              <a:t>ow</a:t>
            </a:r>
          </a:p>
        </p:txBody>
      </p:sp>
    </p:spTree>
    <p:extLst>
      <p:ext uri="{BB962C8B-B14F-4D97-AF65-F5344CB8AC3E}">
        <p14:creationId xmlns:p14="http://schemas.microsoft.com/office/powerpoint/2010/main" val="11459011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75E1F-B009-5905-10E2-69F945E3F698}"/>
              </a:ext>
            </a:extLst>
          </p:cNvPr>
          <p:cNvSpPr>
            <a:spLocks noGrp="1"/>
          </p:cNvSpPr>
          <p:nvPr>
            <p:ph type="title"/>
          </p:nvPr>
        </p:nvSpPr>
        <p:spPr/>
        <p:txBody>
          <a:bodyPr/>
          <a:lstStyle/>
          <a:p>
            <a:r>
              <a:rPr lang="en-IN" dirty="0"/>
              <a:t>What is it?</a:t>
            </a:r>
          </a:p>
        </p:txBody>
      </p:sp>
      <p:sp>
        <p:nvSpPr>
          <p:cNvPr id="3" name="Content Placeholder 2">
            <a:extLst>
              <a:ext uri="{FF2B5EF4-FFF2-40B4-BE49-F238E27FC236}">
                <a16:creationId xmlns:a16="http://schemas.microsoft.com/office/drawing/2014/main" id="{D348F754-2987-42DF-47C2-4EB9522A5EBE}"/>
              </a:ext>
            </a:extLst>
          </p:cNvPr>
          <p:cNvSpPr>
            <a:spLocks noGrp="1"/>
          </p:cNvSpPr>
          <p:nvPr>
            <p:ph idx="1"/>
          </p:nvPr>
        </p:nvSpPr>
        <p:spPr/>
        <p:txBody>
          <a:bodyPr>
            <a:normAutofit/>
          </a:bodyPr>
          <a:lstStyle/>
          <a:p>
            <a:r>
              <a:rPr lang="en-US" sz="3200" b="0" i="0" dirty="0">
                <a:effectLst/>
                <a:highlight>
                  <a:srgbClr val="FFFFFF"/>
                </a:highlight>
                <a:latin typeface="+mj-lt"/>
              </a:rPr>
              <a:t>A Git stash is a feature in the Git version control system that allows you to temporarily save your current changes, which have not yet been committed, to a separate storage area.</a:t>
            </a:r>
          </a:p>
          <a:p>
            <a:r>
              <a:rPr lang="en-US" sz="3200" b="0" i="0" dirty="0">
                <a:effectLst/>
                <a:highlight>
                  <a:srgbClr val="FFFFFF"/>
                </a:highlight>
                <a:latin typeface="+mj-lt"/>
              </a:rPr>
              <a:t> This storage area, known as the "stash," is like a safe place where you can store your work temporarily without committing it to the repository.</a:t>
            </a:r>
            <a:endParaRPr lang="en-IN" sz="3200" dirty="0">
              <a:latin typeface="+mj-lt"/>
            </a:endParaRPr>
          </a:p>
        </p:txBody>
      </p:sp>
    </p:spTree>
    <p:extLst>
      <p:ext uri="{BB962C8B-B14F-4D97-AF65-F5344CB8AC3E}">
        <p14:creationId xmlns:p14="http://schemas.microsoft.com/office/powerpoint/2010/main" val="11888892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03ECF-E842-7542-21DA-1F6B073413A0}"/>
              </a:ext>
            </a:extLst>
          </p:cNvPr>
          <p:cNvSpPr>
            <a:spLocks noGrp="1"/>
          </p:cNvSpPr>
          <p:nvPr>
            <p:ph type="title"/>
          </p:nvPr>
        </p:nvSpPr>
        <p:spPr/>
        <p:txBody>
          <a:bodyPr/>
          <a:lstStyle/>
          <a:p>
            <a:r>
              <a:rPr lang="en-IN" dirty="0"/>
              <a:t>Why its needed?</a:t>
            </a:r>
          </a:p>
        </p:txBody>
      </p:sp>
      <p:sp>
        <p:nvSpPr>
          <p:cNvPr id="3" name="Content Placeholder 2">
            <a:extLst>
              <a:ext uri="{FF2B5EF4-FFF2-40B4-BE49-F238E27FC236}">
                <a16:creationId xmlns:a16="http://schemas.microsoft.com/office/drawing/2014/main" id="{BC2AD541-1135-787E-E89F-92F3EE70F33F}"/>
              </a:ext>
            </a:extLst>
          </p:cNvPr>
          <p:cNvSpPr>
            <a:spLocks noGrp="1"/>
          </p:cNvSpPr>
          <p:nvPr>
            <p:ph idx="1"/>
          </p:nvPr>
        </p:nvSpPr>
        <p:spPr/>
        <p:txBody>
          <a:bodyPr>
            <a:normAutofit/>
          </a:bodyPr>
          <a:lstStyle/>
          <a:p>
            <a:r>
              <a:rPr lang="en-US" sz="3200" dirty="0">
                <a:latin typeface="+mj-lt"/>
              </a:rPr>
              <a:t>Git stash is like a safety net in Git. It allows you to tuck away your current work that hasn't been committed yet into a temporary storage area. </a:t>
            </a:r>
          </a:p>
          <a:p>
            <a:r>
              <a:rPr lang="en-US" sz="3200" dirty="0">
                <a:latin typeface="+mj-lt"/>
              </a:rPr>
              <a:t>This comes in handy when you want to switch to another task or branch without leaving behind any unfinished work. It's a way to maintain a tidy history and tackle multiple tasks without the chaos.</a:t>
            </a:r>
            <a:endParaRPr lang="en-IN" sz="3200" dirty="0">
              <a:latin typeface="+mj-lt"/>
            </a:endParaRPr>
          </a:p>
        </p:txBody>
      </p:sp>
    </p:spTree>
    <p:extLst>
      <p:ext uri="{BB962C8B-B14F-4D97-AF65-F5344CB8AC3E}">
        <p14:creationId xmlns:p14="http://schemas.microsoft.com/office/powerpoint/2010/main" val="23393026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3DA08-2C3D-43B6-D837-CCCD6522F503}"/>
              </a:ext>
            </a:extLst>
          </p:cNvPr>
          <p:cNvSpPr>
            <a:spLocks noGrp="1"/>
          </p:cNvSpPr>
          <p:nvPr>
            <p:ph type="title"/>
          </p:nvPr>
        </p:nvSpPr>
        <p:spPr/>
        <p:txBody>
          <a:bodyPr/>
          <a:lstStyle/>
          <a:p>
            <a:r>
              <a:rPr lang="en-IN" dirty="0"/>
              <a:t>..</a:t>
            </a:r>
          </a:p>
        </p:txBody>
      </p:sp>
      <p:sp>
        <p:nvSpPr>
          <p:cNvPr id="3" name="Content Placeholder 2">
            <a:extLst>
              <a:ext uri="{FF2B5EF4-FFF2-40B4-BE49-F238E27FC236}">
                <a16:creationId xmlns:a16="http://schemas.microsoft.com/office/drawing/2014/main" id="{AA21E0E8-924A-BFD0-4B3B-0086C1EF4C7B}"/>
              </a:ext>
            </a:extLst>
          </p:cNvPr>
          <p:cNvSpPr>
            <a:spLocks noGrp="1"/>
          </p:cNvSpPr>
          <p:nvPr>
            <p:ph idx="1"/>
          </p:nvPr>
        </p:nvSpPr>
        <p:spPr/>
        <p:txBody>
          <a:bodyPr>
            <a:normAutofit/>
          </a:bodyPr>
          <a:lstStyle/>
          <a:p>
            <a:pPr marL="0" indent="0">
              <a:buNone/>
            </a:pPr>
            <a:r>
              <a:rPr lang="en-US" dirty="0"/>
              <a:t>-How to Create A Stash</a:t>
            </a:r>
          </a:p>
          <a:p>
            <a:pPr marL="0" indent="0">
              <a:buNone/>
            </a:pPr>
            <a:r>
              <a:rPr lang="en-US" dirty="0"/>
              <a:t>git stash save</a:t>
            </a:r>
          </a:p>
          <a:p>
            <a:pPr marL="0" indent="0">
              <a:buNone/>
            </a:pPr>
            <a:r>
              <a:rPr lang="en-US" dirty="0"/>
              <a:t>"Work in progress on feature XYZ"</a:t>
            </a:r>
          </a:p>
          <a:p>
            <a:pPr marL="0" indent="0">
              <a:buNone/>
            </a:pPr>
            <a:r>
              <a:rPr lang="en-US" dirty="0"/>
              <a:t>-Verify the Stash</a:t>
            </a:r>
          </a:p>
          <a:p>
            <a:pPr marL="0" indent="0">
              <a:buNone/>
            </a:pPr>
            <a:r>
              <a:rPr lang="en-US" dirty="0"/>
              <a:t>You can use git stash list to see a list of your stashes. It will display the stash entries along with their descriptions.</a:t>
            </a:r>
          </a:p>
          <a:p>
            <a:pPr marL="0" indent="0">
              <a:buNone/>
            </a:pPr>
            <a:r>
              <a:rPr lang="en-US" dirty="0"/>
              <a:t>git stash list </a:t>
            </a:r>
            <a:endParaRPr lang="en-IN" dirty="0"/>
          </a:p>
        </p:txBody>
      </p:sp>
    </p:spTree>
    <p:extLst>
      <p:ext uri="{BB962C8B-B14F-4D97-AF65-F5344CB8AC3E}">
        <p14:creationId xmlns:p14="http://schemas.microsoft.com/office/powerpoint/2010/main" val="25058976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0E010-01C8-A6E6-6835-40D713AE6F68}"/>
              </a:ext>
            </a:extLst>
          </p:cNvPr>
          <p:cNvSpPr>
            <a:spLocks noGrp="1"/>
          </p:cNvSpPr>
          <p:nvPr>
            <p:ph type="title"/>
          </p:nvPr>
        </p:nvSpPr>
        <p:spPr/>
        <p:txBody>
          <a:bodyPr/>
          <a:lstStyle/>
          <a:p>
            <a:r>
              <a:rPr lang="en-IN" dirty="0"/>
              <a:t>..</a:t>
            </a:r>
          </a:p>
        </p:txBody>
      </p:sp>
      <p:sp>
        <p:nvSpPr>
          <p:cNvPr id="3" name="Content Placeholder 2">
            <a:extLst>
              <a:ext uri="{FF2B5EF4-FFF2-40B4-BE49-F238E27FC236}">
                <a16:creationId xmlns:a16="http://schemas.microsoft.com/office/drawing/2014/main" id="{090ABCF1-C5E3-2834-FF8C-592BD2276140}"/>
              </a:ext>
            </a:extLst>
          </p:cNvPr>
          <p:cNvSpPr>
            <a:spLocks noGrp="1"/>
          </p:cNvSpPr>
          <p:nvPr>
            <p:ph idx="1"/>
          </p:nvPr>
        </p:nvSpPr>
        <p:spPr/>
        <p:txBody>
          <a:bodyPr>
            <a:normAutofit/>
          </a:bodyPr>
          <a:lstStyle/>
          <a:p>
            <a:pPr marL="0" indent="0">
              <a:buNone/>
            </a:pPr>
            <a:r>
              <a:rPr lang="en-US" dirty="0"/>
              <a:t>If you need to reapply the stashed changes, you can use the git stash apply or git stash pop command. Use apply if you want to keep the stash after applying it, and use pop if you want to remove it after applying</a:t>
            </a:r>
          </a:p>
          <a:p>
            <a:pPr marL="0" indent="0">
              <a:buNone/>
            </a:pPr>
            <a:r>
              <a:rPr lang="en-US" dirty="0"/>
              <a:t>git stash apply 0</a:t>
            </a:r>
          </a:p>
          <a:p>
            <a:pPr marL="0" indent="0">
              <a:buNone/>
            </a:pPr>
            <a:r>
              <a:rPr lang="en-US" dirty="0"/>
              <a:t>git stash pop 0</a:t>
            </a:r>
          </a:p>
          <a:p>
            <a:pPr marL="0" indent="0">
              <a:buNone/>
            </a:pPr>
            <a:r>
              <a:rPr lang="en-US" dirty="0"/>
              <a:t>(remove the stash from the stash </a:t>
            </a:r>
            <a:r>
              <a:rPr lang="en-US"/>
              <a:t>list)</a:t>
            </a:r>
            <a:endParaRPr lang="en-US" dirty="0"/>
          </a:p>
          <a:p>
            <a:pPr marL="0" indent="0">
              <a:buNone/>
            </a:pPr>
            <a:r>
              <a:rPr lang="en-US" dirty="0"/>
              <a:t>git stash apply </a:t>
            </a:r>
            <a:endParaRPr lang="en-IN" dirty="0"/>
          </a:p>
        </p:txBody>
      </p:sp>
    </p:spTree>
    <p:extLst>
      <p:ext uri="{BB962C8B-B14F-4D97-AF65-F5344CB8AC3E}">
        <p14:creationId xmlns:p14="http://schemas.microsoft.com/office/powerpoint/2010/main" val="37072032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2150B-B93C-2787-34C2-68AF516AF5C3}"/>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1C16511F-18DE-C40F-C2D8-E7E12F75F401}"/>
              </a:ext>
            </a:extLst>
          </p:cNvPr>
          <p:cNvGraphicFramePr>
            <a:graphicFrameLocks noGrp="1"/>
          </p:cNvGraphicFramePr>
          <p:nvPr>
            <p:ph idx="1"/>
            <p:extLst>
              <p:ext uri="{D42A27DB-BD31-4B8C-83A1-F6EECF244321}">
                <p14:modId xmlns:p14="http://schemas.microsoft.com/office/powerpoint/2010/main" val="1555581981"/>
              </p:ext>
            </p:extLst>
          </p:nvPr>
        </p:nvGraphicFramePr>
        <p:xfrm>
          <a:off x="838200" y="1690688"/>
          <a:ext cx="10515600" cy="4802184"/>
        </p:xfrm>
        <a:graphic>
          <a:graphicData uri="http://schemas.openxmlformats.org/drawingml/2006/table">
            <a:tbl>
              <a:tblPr firstRow="1" firstCol="1" bandRow="1">
                <a:tableStyleId>{5C22544A-7EE6-4342-B048-85BDC9FD1C3A}</a:tableStyleId>
              </a:tblPr>
              <a:tblGrid>
                <a:gridCol w="3505200">
                  <a:extLst>
                    <a:ext uri="{9D8B030D-6E8A-4147-A177-3AD203B41FA5}">
                      <a16:colId xmlns:a16="http://schemas.microsoft.com/office/drawing/2014/main" val="2570540070"/>
                    </a:ext>
                  </a:extLst>
                </a:gridCol>
                <a:gridCol w="3505200">
                  <a:extLst>
                    <a:ext uri="{9D8B030D-6E8A-4147-A177-3AD203B41FA5}">
                      <a16:colId xmlns:a16="http://schemas.microsoft.com/office/drawing/2014/main" val="3249207530"/>
                    </a:ext>
                  </a:extLst>
                </a:gridCol>
                <a:gridCol w="3505200">
                  <a:extLst>
                    <a:ext uri="{9D8B030D-6E8A-4147-A177-3AD203B41FA5}">
                      <a16:colId xmlns:a16="http://schemas.microsoft.com/office/drawing/2014/main" val="3300317057"/>
                    </a:ext>
                  </a:extLst>
                </a:gridCol>
              </a:tblGrid>
              <a:tr h="800364">
                <a:tc>
                  <a:txBody>
                    <a:bodyPr/>
                    <a:lstStyle/>
                    <a:p>
                      <a:pPr>
                        <a:lnSpc>
                          <a:spcPct val="107000"/>
                        </a:lnSpc>
                        <a:spcAft>
                          <a:spcPts val="800"/>
                        </a:spcAft>
                        <a:buNone/>
                      </a:pPr>
                      <a:r>
                        <a:rPr lang="en-IN" sz="1100" kern="100" dirty="0">
                          <a:effectLst/>
                        </a:rPr>
                        <a:t>Aspect</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a:lnSpc>
                          <a:spcPct val="107000"/>
                        </a:lnSpc>
                        <a:spcAft>
                          <a:spcPts val="800"/>
                        </a:spcAft>
                        <a:buNone/>
                      </a:pPr>
                      <a:r>
                        <a:rPr lang="en-IN" sz="1100" kern="100">
                          <a:effectLst/>
                        </a:rPr>
                        <a:t>git reset</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a:lnSpc>
                          <a:spcPct val="107000"/>
                        </a:lnSpc>
                        <a:spcAft>
                          <a:spcPts val="800"/>
                        </a:spcAft>
                        <a:buNone/>
                      </a:pPr>
                      <a:r>
                        <a:rPr lang="en-IN" sz="1100" kern="100">
                          <a:effectLst/>
                        </a:rPr>
                        <a:t>git revert</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val="1804839082"/>
                  </a:ext>
                </a:extLst>
              </a:tr>
              <a:tr h="800364">
                <a:tc>
                  <a:txBody>
                    <a:bodyPr/>
                    <a:lstStyle/>
                    <a:p>
                      <a:pPr>
                        <a:lnSpc>
                          <a:spcPct val="107000"/>
                        </a:lnSpc>
                        <a:spcAft>
                          <a:spcPts val="800"/>
                        </a:spcAft>
                        <a:buNone/>
                      </a:pPr>
                      <a:r>
                        <a:rPr lang="en-IN" sz="1100" kern="100" dirty="0">
                          <a:effectLst/>
                        </a:rPr>
                        <a:t>History</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a:lnSpc>
                          <a:spcPct val="107000"/>
                        </a:lnSpc>
                        <a:spcAft>
                          <a:spcPts val="800"/>
                        </a:spcAft>
                        <a:buNone/>
                      </a:pPr>
                      <a:r>
                        <a:rPr lang="en-IN" sz="1100" kern="100">
                          <a:effectLst/>
                        </a:rPr>
                        <a:t>Rewrites history</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a:lnSpc>
                          <a:spcPct val="107000"/>
                        </a:lnSpc>
                        <a:spcAft>
                          <a:spcPts val="800"/>
                        </a:spcAft>
                        <a:buNone/>
                      </a:pPr>
                      <a:r>
                        <a:rPr lang="en-IN" sz="1100" kern="100">
                          <a:effectLst/>
                        </a:rPr>
                        <a:t>Preserves history</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val="793985874"/>
                  </a:ext>
                </a:extLst>
              </a:tr>
              <a:tr h="800364">
                <a:tc>
                  <a:txBody>
                    <a:bodyPr/>
                    <a:lstStyle/>
                    <a:p>
                      <a:pPr>
                        <a:lnSpc>
                          <a:spcPct val="107000"/>
                        </a:lnSpc>
                        <a:spcAft>
                          <a:spcPts val="800"/>
                        </a:spcAft>
                        <a:buNone/>
                      </a:pPr>
                      <a:r>
                        <a:rPr lang="en-IN" sz="1100" kern="100" dirty="0">
                          <a:effectLst/>
                        </a:rPr>
                        <a:t>New commits</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a:lnSpc>
                          <a:spcPct val="107000"/>
                        </a:lnSpc>
                        <a:spcAft>
                          <a:spcPts val="800"/>
                        </a:spcAft>
                        <a:buNone/>
                      </a:pPr>
                      <a:r>
                        <a:rPr lang="en-IN" sz="1100" kern="100" dirty="0">
                          <a:effectLst/>
                        </a:rPr>
                        <a:t>No</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a:lnSpc>
                          <a:spcPct val="107000"/>
                        </a:lnSpc>
                        <a:spcAft>
                          <a:spcPts val="800"/>
                        </a:spcAft>
                        <a:buNone/>
                      </a:pPr>
                      <a:r>
                        <a:rPr lang="en-IN" sz="1100" kern="100">
                          <a:effectLst/>
                        </a:rPr>
                        <a:t>Yes</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val="1440022616"/>
                  </a:ext>
                </a:extLst>
              </a:tr>
              <a:tr h="800364">
                <a:tc>
                  <a:txBody>
                    <a:bodyPr/>
                    <a:lstStyle/>
                    <a:p>
                      <a:pPr>
                        <a:lnSpc>
                          <a:spcPct val="107000"/>
                        </a:lnSpc>
                        <a:spcAft>
                          <a:spcPts val="800"/>
                        </a:spcAft>
                        <a:buNone/>
                      </a:pPr>
                      <a:r>
                        <a:rPr lang="en-IN" sz="1100" kern="100">
                          <a:effectLst/>
                        </a:rPr>
                        <a:t>Shared branches</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a:lnSpc>
                          <a:spcPct val="107000"/>
                        </a:lnSpc>
                        <a:spcAft>
                          <a:spcPts val="800"/>
                        </a:spcAft>
                        <a:buNone/>
                      </a:pPr>
                      <a:r>
                        <a:rPr lang="en-IN" sz="1100" kern="100" dirty="0">
                          <a:effectLst/>
                        </a:rPr>
                        <a:t>❌ Avoid</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a:lnSpc>
                          <a:spcPct val="107000"/>
                        </a:lnSpc>
                        <a:spcAft>
                          <a:spcPts val="800"/>
                        </a:spcAft>
                        <a:buNone/>
                      </a:pPr>
                      <a:r>
                        <a:rPr lang="en-IN" sz="1100" kern="100">
                          <a:effectLst/>
                        </a:rPr>
                        <a:t>✅ Safe</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val="19373740"/>
                  </a:ext>
                </a:extLst>
              </a:tr>
              <a:tr h="800364">
                <a:tc>
                  <a:txBody>
                    <a:bodyPr/>
                    <a:lstStyle/>
                    <a:p>
                      <a:pPr>
                        <a:lnSpc>
                          <a:spcPct val="107000"/>
                        </a:lnSpc>
                        <a:spcAft>
                          <a:spcPts val="800"/>
                        </a:spcAft>
                        <a:buNone/>
                      </a:pPr>
                      <a:r>
                        <a:rPr lang="en-IN" sz="1100" kern="100">
                          <a:effectLst/>
                        </a:rPr>
                        <a:t>Force push</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a:lnSpc>
                          <a:spcPct val="107000"/>
                        </a:lnSpc>
                        <a:spcAft>
                          <a:spcPts val="800"/>
                        </a:spcAft>
                        <a:buNone/>
                      </a:pPr>
                      <a:r>
                        <a:rPr lang="en-IN" sz="1100" kern="100" dirty="0">
                          <a:effectLst/>
                        </a:rPr>
                        <a:t>Required</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a:lnSpc>
                          <a:spcPct val="107000"/>
                        </a:lnSpc>
                        <a:spcAft>
                          <a:spcPts val="800"/>
                        </a:spcAft>
                        <a:buNone/>
                      </a:pPr>
                      <a:r>
                        <a:rPr lang="en-IN" sz="1100" kern="100">
                          <a:effectLst/>
                        </a:rPr>
                        <a:t>Not needed</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val="1782488324"/>
                  </a:ext>
                </a:extLst>
              </a:tr>
              <a:tr h="800364">
                <a:tc>
                  <a:txBody>
                    <a:bodyPr/>
                    <a:lstStyle/>
                    <a:p>
                      <a:pPr>
                        <a:lnSpc>
                          <a:spcPct val="107000"/>
                        </a:lnSpc>
                        <a:spcAft>
                          <a:spcPts val="800"/>
                        </a:spcAft>
                        <a:buNone/>
                      </a:pPr>
                      <a:r>
                        <a:rPr lang="en-IN" sz="1100" kern="100">
                          <a:effectLst/>
                        </a:rPr>
                        <a:t>Undo method</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a:lnSpc>
                          <a:spcPct val="107000"/>
                        </a:lnSpc>
                        <a:spcAft>
                          <a:spcPts val="800"/>
                        </a:spcAft>
                        <a:buNone/>
                      </a:pPr>
                      <a:r>
                        <a:rPr lang="en-IN" sz="1100" kern="100">
                          <a:effectLst/>
                        </a:rPr>
                        <a:t>Remove commits</a:t>
                      </a:r>
                      <a:endParaRPr lang="en-IN" sz="1100" kern="10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tc>
                  <a:txBody>
                    <a:bodyPr/>
                    <a:lstStyle/>
                    <a:p>
                      <a:pPr>
                        <a:lnSpc>
                          <a:spcPct val="107000"/>
                        </a:lnSpc>
                        <a:spcAft>
                          <a:spcPts val="800"/>
                        </a:spcAft>
                        <a:buNone/>
                      </a:pPr>
                      <a:r>
                        <a:rPr lang="en-IN" sz="1100" kern="100" dirty="0">
                          <a:effectLst/>
                        </a:rPr>
                        <a:t>Add inverse commits</a:t>
                      </a:r>
                      <a:endParaRPr lang="en-IN" sz="1100" kern="100" dirty="0">
                        <a:effectLst/>
                        <a:latin typeface="Calibri" panose="020F0502020204030204" pitchFamily="34"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val="216254481"/>
                  </a:ext>
                </a:extLst>
              </a:tr>
            </a:tbl>
          </a:graphicData>
        </a:graphic>
      </p:graphicFrame>
    </p:spTree>
    <p:extLst>
      <p:ext uri="{BB962C8B-B14F-4D97-AF65-F5344CB8AC3E}">
        <p14:creationId xmlns:p14="http://schemas.microsoft.com/office/powerpoint/2010/main" val="23773340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TotalTime>
  <Words>292</Words>
  <Application>Microsoft Office PowerPoint</Application>
  <PresentationFormat>Widescreen</PresentationFormat>
  <Paragraphs>39</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Git stash</vt:lpstr>
      <vt:lpstr>What is it?</vt:lpstr>
      <vt:lpstr>Why its needed?</vt:lpstr>
      <vt:lpstr>..</vt:lpstr>
      <vt:lpst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test</dc:creator>
  <cp:lastModifiedBy>john test</cp:lastModifiedBy>
  <cp:revision>6</cp:revision>
  <dcterms:created xsi:type="dcterms:W3CDTF">2024-07-29T11:12:53Z</dcterms:created>
  <dcterms:modified xsi:type="dcterms:W3CDTF">2026-02-03T16:54:54Z</dcterms:modified>
</cp:coreProperties>
</file>